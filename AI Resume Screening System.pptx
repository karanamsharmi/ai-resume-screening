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A043-E8CA-B439-CE6F-7AAACCD99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0B0C6-8743-98A9-E351-16EE7DBDF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E9461-EE54-78A7-FCCC-6B25296D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AD8A2-FE54-41E2-AC9D-F3A6F35E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D4822-78F8-8B01-77B7-D3F6A0F4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53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1605-F299-56D1-273D-0AA1C290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AF30E-AA30-BDE4-0E14-FCA51594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C1ED5-4001-3F72-FEB0-388377D5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680D1-4314-6C0A-047D-C91C4871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96761-8C17-6364-C774-4F471CBE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13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8660-A37D-127D-63D4-6805AE4D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F4B5F-7F60-9602-116B-0FB69D5F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999BF-89DA-E1DD-CCE0-0B6B24D3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C342B-5238-862A-EE12-E9C46B10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A90C7-D20F-FE0C-CE24-0E5AFF58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54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C64C-C8F3-BCF8-7D3C-68346C8C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8BE31-596E-11A6-7CAC-E2C5A2DB4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E5C9C-E96A-7DEE-A6AA-73F4ACF28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F801-8818-EE08-3768-B1A31DB7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DCB07-1126-4225-CBDB-1381F7E8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AA27E-710A-1F75-2331-8AE1215C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9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618C-4BB3-1070-4ACB-E99DEC15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6D9E0-ECD3-D2DB-02D4-8909CC3E8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6E888-1F2E-299F-D304-1623BE87B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A2843-EF57-7E9B-74A9-F9920E60C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B34FF-86A5-D406-919C-95FAD627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52B4F-9ACF-1EB0-81B4-30573C454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FDC86-5F2E-4A10-3140-7E1F8657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9DFC6-2C5D-BEB1-2046-813E20EC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90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693D-25F5-905D-A3B3-B7050905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29A37-807F-3D20-DEE1-4F29A955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F6980-64C5-0E4A-C71E-BE74BB35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052AE-02C6-5C74-59A3-82E20547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49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E8E51-E97E-28A8-062F-E069E317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F11FE-8235-050F-4837-45468D5B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42C6F-0201-B916-291D-7F1CE19B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72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4E75-1C23-AACD-E7BF-FF02FF82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E450-7CE0-DB85-C487-92275E670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D7510-507C-10D9-FEED-966ACCD7F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F6DF0-07AB-9C38-5761-A4537C56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C0117-A147-3CDA-2B10-E12DB635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1A23F-D2E7-AAC1-129F-55943B2B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56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12A9-883E-F00F-E94F-F3C9247C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E0B686-9B14-5E15-D1A5-87ABE7B61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8DD3B-6947-D625-8647-27D4CD47D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01383-AEC6-BD94-F4A4-F053124E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54E7D-4871-0CA0-9D26-8ADA8570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553F2-B4AC-0612-4C80-D89E103F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74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129C-2CCB-F625-CCC4-D06116E4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F7EC2-38EE-9553-6625-0CF935454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A970B-0871-8E0F-39CF-2D05F0E0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E3051-850C-93AE-C1DB-B25A1B2D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E0CD6-E474-06D3-4727-9AD85C9A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48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AF66CB-81CD-46E0-9C6C-EA1B77B1E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6A208-557F-11DB-4C32-2D816035B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5407A-0AAF-58BC-40BD-53086B5D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F572-1717-4AB8-AE01-3788202C61A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B778D-3404-70A6-E1F1-E52DFA13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2018-AB68-FCD3-5E55-D21CC254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EB6C-96DC-47BE-BD5B-374E5E6DF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22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05A4F-7E44-F2E2-FDCA-F9BA94EC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334AA-23B9-9F24-7FE8-21FB7ED8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573A1-5726-DF69-B41D-CC13CE14B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43DF572-1717-4AB8-AE01-3788202C61AF}" type="datetimeFigureOut">
              <a:rPr lang="en-IN" smtClean="0"/>
              <a:pPr/>
              <a:t>17-07-2026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0B838-8E89-7090-E9E0-84EFE6557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ED96C-1E92-3067-2E3C-C7CB52D5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9DBEB6C-96DC-47BE-BD5B-374E5E6DFEA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5138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6D3-8033-26F7-C491-A4FDCF6AF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05344"/>
            <a:ext cx="10650682" cy="1655761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Screening System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/>
            </a:b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AI-Powered Resume Analysis and ATS Screening Platform)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EE869-013C-1DE7-ED3B-BDACF8F11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3865418"/>
            <a:ext cx="11163300" cy="215091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	Presented By:</a:t>
            </a:r>
          </a:p>
          <a:p>
            <a:r>
              <a:rPr lang="en-IN" dirty="0"/>
              <a:t>				   KARANAM SHARMILA</a:t>
            </a:r>
          </a:p>
          <a:p>
            <a:r>
              <a:rPr lang="en-IN" dirty="0"/>
              <a:t>		          GOLI NITHIN</a:t>
            </a:r>
          </a:p>
          <a:p>
            <a:r>
              <a:rPr lang="en-IN" dirty="0"/>
              <a:t>						JAMPANA GANGADHAR SRIKANTH</a:t>
            </a:r>
          </a:p>
          <a:p>
            <a:r>
              <a:rPr lang="en-IN" dirty="0"/>
              <a:t>			        KONDA HARSHINI</a:t>
            </a:r>
          </a:p>
          <a:p>
            <a:r>
              <a:rPr lang="en-IN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38870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5E94-6B69-D5CE-9B03-BFCD7869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773" y="27160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10115-3FDE-EE0B-EF67-093B7D94F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73" y="1597170"/>
            <a:ext cx="10515600" cy="4351338"/>
          </a:xfrm>
        </p:spPr>
        <p:txBody>
          <a:bodyPr/>
          <a:lstStyle/>
          <a:p>
            <a:r>
              <a:rPr lang="en-IN" dirty="0"/>
              <a:t>Problem Statement </a:t>
            </a:r>
          </a:p>
          <a:p>
            <a:r>
              <a:rPr lang="en-IN" dirty="0"/>
              <a:t>Solution Overview </a:t>
            </a:r>
          </a:p>
          <a:p>
            <a:r>
              <a:rPr lang="en-IN" dirty="0"/>
              <a:t>Key Features </a:t>
            </a:r>
          </a:p>
          <a:p>
            <a:r>
              <a:rPr lang="en-IN" dirty="0"/>
              <a:t>System Architecture </a:t>
            </a:r>
          </a:p>
          <a:p>
            <a:r>
              <a:rPr lang="en-IN" dirty="0"/>
              <a:t>Future Work </a:t>
            </a:r>
          </a:p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6546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A3EB-D5E8-2E67-9193-605B72E2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87AFC-EC8D-8DD7-8440-1496442AE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Manual resume screening is time-consuming. </a:t>
            </a:r>
          </a:p>
          <a:p>
            <a:pPr algn="just"/>
            <a:r>
              <a:rPr lang="en-IN" dirty="0"/>
              <a:t>Recruiters spend significant time reviewing resumes. </a:t>
            </a:r>
          </a:p>
          <a:p>
            <a:pPr algn="just"/>
            <a:r>
              <a:rPr lang="en-IN" dirty="0"/>
              <a:t>ATS systems may overlook suitable candidates. </a:t>
            </a:r>
          </a:p>
          <a:p>
            <a:pPr algn="just"/>
            <a:r>
              <a:rPr lang="en-IN" dirty="0"/>
              <a:t>Identifying missing skills manually is difficult.</a:t>
            </a:r>
          </a:p>
        </p:txBody>
      </p:sp>
    </p:spTree>
    <p:extLst>
      <p:ext uri="{BB962C8B-B14F-4D97-AF65-F5344CB8AC3E}">
        <p14:creationId xmlns:p14="http://schemas.microsoft.com/office/powerpoint/2010/main" val="118564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B25F-D946-045C-1523-061F29FE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27463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954D-63EB-D245-9290-2BD67DF0E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1600200"/>
            <a:ext cx="10875818" cy="4576763"/>
          </a:xfrm>
        </p:spPr>
        <p:txBody>
          <a:bodyPr/>
          <a:lstStyle/>
          <a:p>
            <a:pPr algn="just"/>
            <a:r>
              <a:rPr lang="en-IN" dirty="0"/>
              <a:t>A web-based AI Resume Screening System.</a:t>
            </a:r>
          </a:p>
          <a:p>
            <a:pPr algn="just"/>
            <a:r>
              <a:rPr lang="en-IN" dirty="0"/>
              <a:t> Users upload resumes and enter the job description. </a:t>
            </a:r>
          </a:p>
          <a:p>
            <a:pPr algn="just"/>
            <a:r>
              <a:rPr lang="en-IN" dirty="0"/>
              <a:t>AI extracts resume information and matches skills with job requirements.</a:t>
            </a:r>
          </a:p>
          <a:p>
            <a:pPr algn="just"/>
            <a:r>
              <a:rPr lang="en-IN" dirty="0"/>
              <a:t> ATS score is generated automatically. </a:t>
            </a:r>
          </a:p>
          <a:p>
            <a:pPr algn="just"/>
            <a:r>
              <a:rPr lang="en-IN" dirty="0"/>
              <a:t>Missing skills and recommendations are provided. </a:t>
            </a:r>
          </a:p>
          <a:p>
            <a:pPr algn="just"/>
            <a:r>
              <a:rPr lang="en-IN" dirty="0"/>
              <a:t>Results are stored and displayed through an interactive dashboard.</a:t>
            </a:r>
          </a:p>
        </p:txBody>
      </p:sp>
    </p:spTree>
    <p:extLst>
      <p:ext uri="{BB962C8B-B14F-4D97-AF65-F5344CB8AC3E}">
        <p14:creationId xmlns:p14="http://schemas.microsoft.com/office/powerpoint/2010/main" val="321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A385-018E-E6D6-601E-923FC051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277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5419B-59D4-5B61-1084-F9A5E463F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34680"/>
            <a:ext cx="10515600" cy="4351338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IN" dirty="0"/>
              <a:t>Resume upload in PDF format.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Automatic resume parsing.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AI-based skill matching with job description.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ATS score calculation.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Missing skills identification.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Personalized recommendations.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Dashboard with search and leaderboard.</a:t>
            </a:r>
          </a:p>
        </p:txBody>
      </p:sp>
    </p:spTree>
    <p:extLst>
      <p:ext uri="{BB962C8B-B14F-4D97-AF65-F5344CB8AC3E}">
        <p14:creationId xmlns:p14="http://schemas.microsoft.com/office/powerpoint/2010/main" val="50884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D9D8-27AA-F35C-90AB-F777E59D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09" y="170728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67AE03-A977-35AB-719F-22E6EC383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9" y="1496291"/>
            <a:ext cx="10993582" cy="468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4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C5E5-FF6C-AF22-5A71-7D13B002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63" y="27160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AA94-9B8C-7F65-699A-AE06F3593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63" y="1742498"/>
            <a:ext cx="10515600" cy="4351338"/>
          </a:xfrm>
        </p:spPr>
        <p:txBody>
          <a:bodyPr/>
          <a:lstStyle/>
          <a:p>
            <a:pPr algn="just"/>
            <a:r>
              <a:rPr lang="en-IN" dirty="0"/>
              <a:t>Support multiple resume formats. </a:t>
            </a:r>
          </a:p>
          <a:p>
            <a:pPr algn="just"/>
            <a:r>
              <a:rPr lang="en-IN" dirty="0"/>
              <a:t>Improve AI matching accuracy. </a:t>
            </a:r>
          </a:p>
          <a:p>
            <a:pPr algn="just"/>
            <a:r>
              <a:rPr lang="en-IN" dirty="0"/>
              <a:t>Add interview question generation. </a:t>
            </a:r>
          </a:p>
          <a:p>
            <a:pPr algn="just"/>
            <a:r>
              <a:rPr lang="en-IN" dirty="0"/>
              <a:t>Integrate with job portals. </a:t>
            </a:r>
          </a:p>
          <a:p>
            <a:pPr algn="just"/>
            <a:r>
              <a:rPr lang="en-IN" dirty="0"/>
              <a:t>Provide real-time recruiter analytics.</a:t>
            </a:r>
          </a:p>
        </p:txBody>
      </p:sp>
    </p:spTree>
    <p:extLst>
      <p:ext uri="{BB962C8B-B14F-4D97-AF65-F5344CB8AC3E}">
        <p14:creationId xmlns:p14="http://schemas.microsoft.com/office/powerpoint/2010/main" val="349735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4CDD-A6A7-6F79-F03E-C2FC99DB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0" y="32356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EC396-624A-998E-0DE4-B3C7B2A5A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649124"/>
            <a:ext cx="10515600" cy="4351338"/>
          </a:xfrm>
        </p:spPr>
        <p:txBody>
          <a:bodyPr/>
          <a:lstStyle/>
          <a:p>
            <a:pPr algn="just"/>
            <a:r>
              <a:rPr lang="en-IN" dirty="0"/>
              <a:t>An intelligent and automated resume screening solution. </a:t>
            </a:r>
          </a:p>
          <a:p>
            <a:pPr algn="just"/>
            <a:r>
              <a:rPr lang="en-IN" dirty="0"/>
              <a:t>Reduces manual screening effort.</a:t>
            </a:r>
          </a:p>
          <a:p>
            <a:pPr algn="just"/>
            <a:r>
              <a:rPr lang="en-IN" dirty="0"/>
              <a:t> Improves recruitment efficiency. </a:t>
            </a:r>
          </a:p>
          <a:p>
            <a:pPr algn="just"/>
            <a:r>
              <a:rPr lang="en-IN" dirty="0"/>
              <a:t>Provides ATS scores and skill recommendations.</a:t>
            </a:r>
          </a:p>
          <a:p>
            <a:pPr algn="just"/>
            <a:r>
              <a:rPr lang="en-IN" dirty="0"/>
              <a:t> Scalable using a cloud-based DevOps deployment.</a:t>
            </a:r>
          </a:p>
        </p:txBody>
      </p:sp>
    </p:spTree>
    <p:extLst>
      <p:ext uri="{BB962C8B-B14F-4D97-AF65-F5344CB8AC3E}">
        <p14:creationId xmlns:p14="http://schemas.microsoft.com/office/powerpoint/2010/main" val="287161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286447-591E-4D00-AE19-3E2D0EED7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244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Times New Roman</vt:lpstr>
      <vt:lpstr>Office Theme</vt:lpstr>
      <vt:lpstr>AI Resume Screening System  (An AI-Powered Resume Analysis and ATS Screening Platform)</vt:lpstr>
      <vt:lpstr>Agenda</vt:lpstr>
      <vt:lpstr>Problem Statement</vt:lpstr>
      <vt:lpstr>Solution Overview</vt:lpstr>
      <vt:lpstr>Key Features</vt:lpstr>
      <vt:lpstr>System Architecture</vt:lpstr>
      <vt:lpstr>Future Work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spidey bing2</dc:creator>
  <cp:lastModifiedBy>Jampana Hema Sri</cp:lastModifiedBy>
  <cp:revision>2</cp:revision>
  <cp:lastPrinted>2026-07-17T15:35:55Z</cp:lastPrinted>
  <dcterms:created xsi:type="dcterms:W3CDTF">2026-07-17T15:30:53Z</dcterms:created>
  <dcterms:modified xsi:type="dcterms:W3CDTF">2026-07-17T16:10:10Z</dcterms:modified>
</cp:coreProperties>
</file>